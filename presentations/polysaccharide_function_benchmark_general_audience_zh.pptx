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73033"/>
                </a:solidFill>
                <a:latin typeface="Microsoft YaHei"/>
              </a:rPr>
              <a:t>天然多糖能不能用机器学习预测功能？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1593F"/>
                </a:solidFill>
                <a:latin typeface="Microsoft YaHei"/>
              </a:rPr>
              <a:t>一个面向公开数据的结构-功能预测基准研究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51460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679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51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一句话结论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54680"/>
            <a:ext cx="2889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现在最可靠的发现不是“模型很强”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而是：分子量、单糖残基、支链信息最有用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317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251460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679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51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研究对象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154680"/>
            <a:ext cx="2889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天然多糖：食品、植物、菌菇、海藻等来源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目标：预测已报道的生物功能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7032" y="251460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679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651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适合听众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889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不需要懂深度学习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只需要理解：数据、特征、验证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为什么关心天然多糖？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它们常被研究为食品与健康功能相关成分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69164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常见功能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抗氧化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免疫调节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抗肿瘤 / 代谢调节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69164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56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现实问题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31720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文献很多，但信息分散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结构描述不统一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69164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856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28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机器学习机会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31720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把公开记录整理成表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看看哪些结构信号真的有用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1593F"/>
                </a:solidFill>
                <a:latin typeface="Microsoft YaHei"/>
              </a:rPr>
              <a:t>不是要替代实验，而是帮助研究者更快地筛选候选多糖。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难点：多糖不像蛋白质那样有一条清晰序列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公开数据库里的记录往往是不完整、混合、文本化的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" y="160020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373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蛋白质/小分子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40280"/>
            <a:ext cx="2980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通常有较标准的序列或结构表示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适合直接喂给成熟模型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600200"/>
            <a:ext cx="658368" cy="36576"/>
          </a:xfrm>
          <a:prstGeom prst="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D8684E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373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天然多糖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40280"/>
            <a:ext cx="2980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可能只有组成、支链、分子量范围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键型和修饰信息经常缺失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2" y="160020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7373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我们的选择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240280"/>
            <a:ext cx="2980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先不追求复杂模型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先问：哪些公开信号最稳定？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3033"/>
                </a:solidFill>
                <a:latin typeface="Microsoft YaHei"/>
              </a:rPr>
              <a:t>核心思路：把问题先做小、做清楚、做可复现。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我们做了什么：从网页记录到可复现实验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这项工作更像“搭建基准 + 检查结构信号”，不是炫技模型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201168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48840"/>
            <a:ext cx="9601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抓取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51760"/>
            <a:ext cx="14721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DoLPHiN 公开记录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5146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6970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288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99232" y="201168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176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9601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清洗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651760"/>
            <a:ext cx="14721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统一字段和标签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5146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6970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8288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39512" y="201168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2176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148840"/>
            <a:ext cx="9601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建表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651760"/>
            <a:ext cx="14721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4121 条记录 / 18 类功能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5146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6970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8288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9792" y="2011680"/>
            <a:ext cx="658368" cy="36576"/>
          </a:xfrm>
          <a:prstGeom prst="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2176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D8684E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148840"/>
            <a:ext cx="9601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建模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651760"/>
            <a:ext cx="14721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比较多种简单基线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5146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6970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18288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0072" y="201168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0072" y="21762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148840"/>
            <a:ext cx="9601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651760"/>
            <a:ext cx="14721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随机切分 + DOI 分组切分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8006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1593F"/>
                </a:solidFill>
                <a:latin typeface="Microsoft YaHei"/>
              </a:rPr>
              <a:t>输出不是一个神奇黑箱，而是一套别人可以复查的数据和实验流程。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这个数据集长什么样？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公开数据可用，但有明显弱监督和缺失问题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3F7A57"/>
                </a:solidFill>
                <a:latin typeface="Microsoft YaHei"/>
              </a:rPr>
              <a:t>4,121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保留记录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467799"/>
                </a:solidFill>
                <a:latin typeface="Microsoft YaHe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功能标签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CD9A4A"/>
                </a:solidFill>
                <a:latin typeface="Microsoft YaHei"/>
              </a:rPr>
              <a:t>1.56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平均每条记录标签数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50876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D8684E"/>
                </a:solidFill>
                <a:latin typeface="Microsoft YaHei"/>
              </a:rPr>
              <a:t>80.9%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键型信息缺失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9476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3977640"/>
            <a:ext cx="658368" cy="36576"/>
          </a:xfrm>
          <a:prstGeom prst="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142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D8684E"/>
                </a:solidFill>
                <a:latin typeface="Microsoft YaHe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重要提醒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617720"/>
            <a:ext cx="4443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没有某个功能标签，不代表一定没有这个功能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更可能是“文献还没有报道”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9476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97764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142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148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因此我们怎么解释结果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617720"/>
            <a:ext cx="4443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把指标当作相对比较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不把分数解释成绝对生物真相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我们比较了哪些方法？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从最简单的频率预测，到文本模型、图模型和结构化特征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828800" cy="411480"/>
          </a:xfrm>
          <a:prstGeom prst="round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多数类预测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508760"/>
            <a:ext cx="1828800" cy="411480"/>
          </a:xfrm>
          <a:prstGeom prst="round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5819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逻辑回归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08760"/>
            <a:ext cx="1828800" cy="411480"/>
          </a:xfrm>
          <a:prstGeom prst="round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819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随机森林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508760"/>
            <a:ext cx="1828800" cy="411480"/>
          </a:xfrm>
          <a:prstGeom prst="round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819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SVM / TF-IDF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508760"/>
            <a:ext cx="1828800" cy="411480"/>
          </a:xfrm>
          <a:prstGeom prst="round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819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序列模型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1508760"/>
            <a:ext cx="1828800" cy="411480"/>
          </a:xfrm>
          <a:prstGeom prst="round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15819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图模型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83464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" y="301752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1821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154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最强的实用锚点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657600"/>
            <a:ext cx="4352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不是复杂神经网络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而是调好参数的稀疏逻辑回归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3464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65392" y="301752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1821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154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我们的结构化增强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3657600"/>
            <a:ext cx="4352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只加入三类简单信息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分子量 + 残基集合 + 支链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主结果：提升很小，而且不够稳健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这也是论文现在最诚实、最可信的地方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033"/>
                </a:solidFill>
                <a:latin typeface="Microsoft YaHei"/>
              </a:rPr>
              <a:t>多数类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91640"/>
            <a:ext cx="3200400" cy="182880"/>
          </a:xfrm>
          <a:prstGeom prst="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91640"/>
            <a:ext cx="423519" cy="182880"/>
          </a:xfrm>
          <a:prstGeom prst="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2763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1E4E2"/>
                </a:solidFill>
                <a:latin typeface="Microsoft YaHei"/>
              </a:rPr>
              <a:t>0.040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033"/>
                </a:solidFill>
                <a:latin typeface="Microsoft YaHei"/>
              </a:rPr>
              <a:t>未调逻辑回归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194560"/>
            <a:ext cx="3200400" cy="182880"/>
          </a:xfrm>
          <a:prstGeom prst="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194560"/>
            <a:ext cx="1685544" cy="182880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3055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67799"/>
                </a:solidFill>
                <a:latin typeface="Microsoft YaHei"/>
              </a:rPr>
              <a:t>0.158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033"/>
                </a:solidFill>
                <a:latin typeface="Microsoft YaHei"/>
              </a:rPr>
              <a:t>Graph GCN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697480"/>
            <a:ext cx="3200400" cy="182880"/>
          </a:xfrm>
          <a:prstGeom prst="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697480"/>
            <a:ext cx="2243480" cy="182880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63347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7A57"/>
                </a:solidFill>
                <a:latin typeface="Microsoft YaHei"/>
              </a:rPr>
              <a:t>0.210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33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970"/>
                </a:solidFill>
                <a:latin typeface="Microsoft YaHei"/>
              </a:rPr>
              <a:t>已修 vocab 泄漏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033"/>
                </a:solidFill>
                <a:latin typeface="Microsoft YaHei"/>
              </a:rPr>
              <a:t>调参逻辑回归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200400"/>
            <a:ext cx="3200400" cy="182880"/>
          </a:xfrm>
          <a:prstGeom prst="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0" y="3200400"/>
            <a:ext cx="2784348" cy="182880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13639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D9A4A"/>
                </a:solidFill>
                <a:latin typeface="Microsoft YaHei"/>
              </a:rPr>
              <a:t>0.261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1363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970"/>
                </a:solidFill>
                <a:latin typeface="Microsoft YaHei"/>
              </a:rPr>
              <a:t>强锚点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033"/>
                </a:solidFill>
                <a:latin typeface="Microsoft YaHei"/>
              </a:rPr>
              <a:t>poly-core v1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703320"/>
            <a:ext cx="3200400" cy="182880"/>
          </a:xfrm>
          <a:prstGeom prst="rect">
            <a:avLst/>
          </a:prstGeom>
          <a:solidFill>
            <a:srgbClr val="E1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26080" y="3703320"/>
            <a:ext cx="2856890" cy="182880"/>
          </a:xfrm>
          <a:prstGeom prst="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63931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8684E"/>
                </a:solidFill>
                <a:latin typeface="Microsoft YaHei"/>
              </a:rPr>
              <a:t>0.268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6393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970"/>
                </a:solidFill>
                <a:latin typeface="Microsoft YaHei"/>
              </a:rPr>
              <a:t>小幅提升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1554480"/>
            <a:ext cx="3840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79792" y="1737360"/>
            <a:ext cx="658368" cy="36576"/>
          </a:xfrm>
          <a:prstGeom prst="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19019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D8684E"/>
                </a:solidFill>
                <a:latin typeface="Microsoft YaHei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874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关键解释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2377440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随机切分下有小幅提升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bootstrap 置信区间跨 0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DOI 分组切分下优势消失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273033"/>
                </a:solidFill>
                <a:latin typeface="Microsoft YaHei"/>
              </a:rPr>
              <a:t>所以我们不说“新模型赢了”，而说“发现了哪些结构信号更值得相信”。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真正有用的是三个结构信号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消融实验告诉我们：不是所有看起来合理的特征都有帮助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169164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56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分子量 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31720"/>
            <a:ext cx="29809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贡献最大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可能反映聚合度、溶解性、活性差异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9432" y="169164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56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828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残基集合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331720"/>
            <a:ext cx="29809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例如葡萄糖、半乳糖、阿拉伯糖等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帮助区分结构组成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69164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8562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28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支链信息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31720"/>
            <a:ext cx="29809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作用较小但仍有帮助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说明分支结构值得保留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16052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4343400"/>
            <a:ext cx="658368" cy="36576"/>
          </a:xfrm>
          <a:prstGeom prst="rect">
            <a:avLst/>
          </a:prstGeom>
          <a:solidFill>
            <a:srgbClr val="D8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45079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D8684E"/>
                </a:solidFill>
                <a:latin typeface="Microsoft YaHei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805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不太有效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9968" y="498348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修饰字段、来源王国、粗略组成计数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6052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65392" y="434340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5079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4805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研究启发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98348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先相信稳定简单信号，再谈复杂模型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我们也发现了失败：严格切分后方法会退化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这说明公开数据里存在论文来源和记录风格的影响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160020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随机切分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240280"/>
            <a:ext cx="46268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训练集和测试集可能来自相近论文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容易学到记录风格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9672" y="160020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37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DOI 分组切分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240280"/>
            <a:ext cx="46268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同一论文的记录不会跨集合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更接近真实泛化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8684E"/>
                </a:solidFill>
                <a:latin typeface="Microsoft YaHei"/>
              </a:rPr>
              <a:t>结果：poly-core 在随机切分略好，但在 DOI 分组切分不再优于强基线。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1593F"/>
                </a:solidFill>
                <a:latin typeface="Microsoft YaHei"/>
              </a:rPr>
              <a:t>这不是失败，而是帮我们划清了当前证据边界。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这项工作的价值在哪里？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更像是一张地图，而不是一个终点答案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160020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给研究者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240280"/>
            <a:ext cx="2889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知道哪些字段值得优先整理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减少盲目堆模型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9432" y="160020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37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给数据库建设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240280"/>
            <a:ext cx="2889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分子量、残基、支链要更标准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功能证据类型要补齐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60020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37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给机器学习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240280"/>
            <a:ext cx="2889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天然多糖不是标准 glycan 任务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需要弱监督和分组验证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73033"/>
                </a:solidFill>
                <a:latin typeface="Microsoft YaHei"/>
              </a:rPr>
              <a:t>下一步不是“更大的模型”，而是“更干净的数据 + 更严格的验证”。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把现在的 benchmark 变成更可靠的研究工具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37160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" y="155448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190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数据侧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194560"/>
            <a:ext cx="29809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补 evidence type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规范分子量单位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改善跨库标签对齐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9432" y="155448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7190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方法侧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194560"/>
            <a:ext cx="29809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PU 学习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label ranking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更稳健的 grouped 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7160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155448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71907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应用侧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194560"/>
            <a:ext cx="29809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候选多糖筛选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实验优先级排序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数据库质量反馈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21593F"/>
                </a:solidFill>
                <a:latin typeface="Microsoft YaHei"/>
              </a:rPr>
              <a:t>目标：让模型成为实验和数据库建设的辅助工具，而不是替代专家判断。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73033"/>
                </a:solidFill>
                <a:latin typeface="Microsoft YaHei"/>
              </a:rPr>
              <a:t>总结：这篇工作的主张很克制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0"/>
                </a:solidFill>
                <a:latin typeface="Microsoft YaHei"/>
              </a:rPr>
              <a:t>三个可以带走的结论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97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3108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992" y="1600200"/>
            <a:ext cx="658368" cy="36576"/>
          </a:xfrm>
          <a:prstGeom prst="rect">
            <a:avLst/>
          </a:prstGeom>
          <a:solidFill>
            <a:srgbClr val="3F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3F7A57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问题重要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240280"/>
            <a:ext cx="27066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天然多糖功能预测有现实意义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但公开数据仍不完美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108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90872" y="1600200"/>
            <a:ext cx="658368" cy="36576"/>
          </a:xfrm>
          <a:prstGeom prst="rect">
            <a:avLst/>
          </a:prstGeom>
          <a:solidFill>
            <a:srgbClr val="4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67799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强基线很强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240280"/>
            <a:ext cx="27066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简单稀疏模型不应被低估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复杂模型未必稳定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3108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600200"/>
            <a:ext cx="658368" cy="36576"/>
          </a:xfrm>
          <a:prstGeom prst="rect">
            <a:avLst/>
          </a:prstGeom>
          <a:solidFill>
            <a:srgbClr val="CD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CD9A4A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3033"/>
                </a:solidFill>
                <a:latin typeface="Microsoft YaHei"/>
              </a:rPr>
              <a:t>信号很清楚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240280"/>
            <a:ext cx="27066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分子量、残基、支链最值得保留</a:t>
            </a:r>
          </a:p>
          <a:p>
            <a:pPr>
              <a:spcAft>
                <a:spcPts val="500"/>
              </a:spcAft>
              <a:defRPr sz="1500">
                <a:solidFill>
                  <a:srgbClr val="5B6970"/>
                </a:solidFill>
                <a:latin typeface="Microsoft YaHei"/>
              </a:defRPr>
            </a:pPr>
            <a:r>
              <a:t>其他特征要谨慎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377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73033"/>
                </a:solidFill>
                <a:latin typeface="Microsoft YaHei"/>
              </a:rPr>
              <a:t>谢谢，欢迎交流。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